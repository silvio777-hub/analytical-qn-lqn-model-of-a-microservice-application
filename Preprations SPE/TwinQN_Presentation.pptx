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Analytical Queueing Network Model of Google Online Boutique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Software Performance Engineering Project</a:t>
            </a:r>
          </a:p>
          <a:p>
            <a:r>
              <a:t>Performance Modeling of an 11-Service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Core Problem &amp;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 Predicting microservice performance under heavy traffic without expensive load testing.</a:t>
            </a:r>
          </a:p>
          <a:p>
            <a:pPr/>
            <a:r>
              <a:t>Objective: Build an analytical Queueing Network (QN) model to instantly predict response times and identify bottlenecks.</a:t>
            </a:r>
          </a:p>
          <a:p>
            <a:pPr/>
            <a:r>
              <a:t>Target System: Google Online Boutique (11 microservices).</a:t>
            </a:r>
          </a:p>
          <a:p>
            <a:pPr/>
            <a:r>
              <a:t>Methodology: Extract real-world traces via OpenTelemetry and Jaeger, compute transition probabilities and service demands.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Methodology: The Three Pillars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Pillar 1: Infrastructure &amp; Data - Docker-Compose, Prometheus (hardware metrics), Jaeger (distributed tracing).</a:t>
            </a:r>
          </a:p>
          <a:p>
            <a:pPr/>
            <a:r>
              <a:t>Pillar 2: Mathematical Model - Open QN, M/M/1 (single replica) and M/M/c (scaled replicas) queueing equations.</a:t>
            </a:r>
          </a:p>
          <a:p>
            <a:pPr/>
            <a:r>
              <a:t>Pillar 3: The MVA Solver &amp; API - Python implementation of Mean Value Analysis wrapped in a FastAPI REST backend.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 &amp;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Bottleneck Identified: The Frontend service limits system throughput due to synchronous backend calls.</a:t>
            </a:r>
          </a:p>
          <a:p>
            <a:pPr/>
            <a:r>
              <a:t>Saturation Point: The system crashes at approximately 8.62 requests/sec when Frontend utilization hits 100%.</a:t>
            </a:r>
          </a:p>
          <a:p>
            <a:pPr/>
            <a:r>
              <a:t>Predictive Accuracy: The MVA solver predicted the Frontend response time with only a 3.1% error compared to empirical traces.</a:t>
            </a:r>
          </a:p>
          <a:p>
            <a:pPr/>
            <a:r>
              <a:t>Global Error Metrics: RMSE = 4.98ms, MAE = 4.52ms, MAPE = 33.3% across the entire system.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Network Transit &amp; Serialization: The M/M/1 model primarily accounts for CPU processing, ignoring gRPC protobuf serialization overhead (explaining the 33% MAPE on lightweight backend services).</a:t>
            </a:r>
          </a:p>
          <a:p>
            <a:pPr/>
            <a:r>
              <a:t>Distribution Assumptions: Real-world processing times are often heavy-tailed, whereas the model assumes exponential distribution.</a:t>
            </a:r>
          </a:p>
          <a:p>
            <a:pPr/>
            <a:r>
              <a:t>Resource Contention: Hardware sharing effects (e.g. CPU starvation) across Docker containers are not captured.</a:t>
            </a:r>
          </a:p>
          <a:p>
            <a:pPr/>
            <a:r>
              <a:t>Thread Blocking: Synchronous holding of threads is difficult to capture in an Open QN.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Works &amp; Extensions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Inclusion of Extra Services: Adding Search, Auth, and Notification services back into the model to analyze full-text indexing and asynchronous messaging overhead.</a:t>
            </a:r>
          </a:p>
          <a:p>
            <a:pPr/>
            <a:r>
              <a:t>Layered Queueing Networks (LQN): Transitioning to LQNs to model software-level constraints like thread pools and connection pools.</a:t>
            </a:r>
          </a:p>
          <a:p>
            <a:pPr/>
            <a:r>
              <a:t>Network Overhead Profiling: Parameterizing Protobuf parsing CPU cycles and local network transit times as additive demands.</a:t>
            </a:r>
          </a:p>
          <a:p>
            <a:pPr/>
            <a:r>
              <a:t>Dynamic Autoscaling: Integrating the M/M/c scaling analysis into a real-time Kubernetes Horizontal Pod Autoscaler.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